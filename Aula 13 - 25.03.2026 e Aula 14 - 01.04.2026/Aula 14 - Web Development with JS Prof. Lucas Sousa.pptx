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/m/npJ2RtMTZpfNfVCE9HeXtE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D0653E-F49C-4CD3-B91A-DFF5E46A86C9}">
  <a:tblStyle styleId="{8BD0653E-F49C-4CD3-B91A-DFF5E46A86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9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9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49"/>
          <p:cNvSpPr txBox="1"/>
          <p:nvPr/>
        </p:nvSpPr>
        <p:spPr>
          <a:xfrm>
            <a:off x="219075" y="6088030"/>
            <a:ext cx="33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0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1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2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5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hyperlink" Target="https://es.wikipedia.org/wiki/Transferencia_de_Estado_Representacional" TargetMode="External"/><Relationship Id="rId5" Type="http://schemas.openxmlformats.org/officeDocument/2006/relationships/hyperlink" Target="https://es.wikipedia.org/wiki/Transferencia_de_Estado_Representaciona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jsonplaceholder.typicode.com/guide/" TargetMode="External"/><Relationship Id="rId4" Type="http://schemas.openxmlformats.org/officeDocument/2006/relationships/hyperlink" Target="https://jsonplaceholder.typicode.com/guide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jsonplaceholder.typicode.com/" TargetMode="External"/><Relationship Id="rId4" Type="http://schemas.openxmlformats.org/officeDocument/2006/relationships/hyperlink" Target="https://developer.mozilla.org/pt-BR/docs/Web/API/Fetch_API/Using_Fetch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pt-BR" sz="4400"/>
              <a:t>Requisições HTTP em React: Fetch API e Async/Await</a:t>
            </a:r>
            <a:endParaRPr sz="4400"/>
          </a:p>
        </p:txBody>
      </p:sp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629920" y="1512570"/>
            <a:ext cx="7407275" cy="21564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mecanismo pelo qual os dados são solicitados e fornecidos através da Internet é 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(Hypertext Transfer Protocol).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emitimos uma ordem ao navegador, ele faz uma solicitação (ou request) HTTP para algum servidor, e esse servidor irá recebê-la, processá-la e nos devolverá uma resposta com informações que utilizaremos na aplicação web. 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7"/>
          <p:cNvPicPr preferRelativeResize="0"/>
          <p:nvPr/>
        </p:nvPicPr>
        <p:blipFill rotWithShape="1">
          <a:blip r:embed="rId3">
            <a:alphaModFix/>
          </a:blip>
          <a:srcRect b="8045" l="0" r="0" t="8054"/>
          <a:stretch/>
        </p:blipFill>
        <p:spPr>
          <a:xfrm>
            <a:off x="7795260" y="0"/>
            <a:ext cx="4396740" cy="685863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 txBox="1"/>
          <p:nvPr/>
        </p:nvSpPr>
        <p:spPr>
          <a:xfrm>
            <a:off x="629920" y="3717290"/>
            <a:ext cx="6612890" cy="30410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solicitações que devemos fazer são definidas por várias partes: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URL ou endereço.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método (GET, POST, PUT, DELETE).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Headers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Parâmetros (query params ou URL params).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3">
            <a:alphaModFix/>
          </a:blip>
          <a:srcRect b="0" l="5664" r="5656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9"/>
          <p:cNvSpPr txBox="1"/>
          <p:nvPr/>
        </p:nvSpPr>
        <p:spPr>
          <a:xfrm>
            <a:off x="701675" y="1640205"/>
            <a:ext cx="7040880" cy="46316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</a:t>
            </a:r>
            <a:endParaRPr b="1" i="0" sz="20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solicitação que fizermos virá acompanhada de um verbo, que indica ao servidor qual é a nossa intenção ao interagirmos com ele. O servidor tem a capacidade de escutar diversas solicitações na mesma URL e decidir como e qual delas responderá. Entre os verbos mais utilizados, os 4 principais se destacam, por mais que existam muitos outros: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obter informações (ou recursos) do servidor. Normalmente são as solicitações mais utilizadas.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enviar informação ao servidor para criar algum recurso.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 ou modificar algum recurso no servidor.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algum recurso no servidor.</a:t>
            </a:r>
            <a:endParaRPr b="1" i="0" sz="20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5664" r="5656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/>
        </p:nvSpPr>
        <p:spPr>
          <a:xfrm>
            <a:off x="839470" y="1700530"/>
            <a:ext cx="667131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solicitações do tipo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vão acompanhadas de um body ou corpo do request, em que se definem os dados (informações) a serem enviados ao servidor.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solicitações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têm body, já que não precisam enviar dados associados.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API</a:t>
            </a:r>
            <a:endParaRPr/>
          </a:p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 rotWithShape="1">
          <a:blip r:embed="rId3">
            <a:alphaModFix/>
          </a:blip>
          <a:srcRect b="0" l="47786" r="16157" t="0"/>
          <a:stretch/>
        </p:blipFill>
        <p:spPr>
          <a:xfrm>
            <a:off x="7765415" y="0"/>
            <a:ext cx="4426585" cy="685863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845185" y="1645920"/>
            <a:ext cx="6665595" cy="48507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API (Application Programming Interfaces)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aplicação web construída com base na arquitetura</a:t>
            </a:r>
            <a:r>
              <a:rPr b="0" i="0" lang="pt-BR" sz="2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 REST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a qual podemos solicitar e enviar informação a partir do cliente.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Geralmente nos comunicamos com aplicações desse tipo, sendo essa a tendência atual de desenvolvimento.</a:t>
            </a:r>
            <a:r>
              <a:rPr b="0" i="0" lang="pt-BR" sz="24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 vantagem desse modelo é que ele está orientado aos recursos e define métodos claros para solicitar e enviar informação.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API</a:t>
            </a:r>
            <a:endParaRPr/>
          </a:p>
        </p:txBody>
      </p:sp>
      <p:sp>
        <p:nvSpPr>
          <p:cNvPr id="105" name="Google Shape;105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6" name="Google Shape;106;p22"/>
          <p:cNvPicPr preferRelativeResize="0"/>
          <p:nvPr/>
        </p:nvPicPr>
        <p:blipFill rotWithShape="1">
          <a:blip r:embed="rId3">
            <a:alphaModFix/>
          </a:blip>
          <a:srcRect b="0" l="47786" r="16157" t="0"/>
          <a:stretch/>
        </p:blipFill>
        <p:spPr>
          <a:xfrm>
            <a:off x="7765415" y="0"/>
            <a:ext cx="4426585" cy="6858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2"/>
          <p:cNvSpPr txBox="1"/>
          <p:nvPr/>
        </p:nvSpPr>
        <p:spPr>
          <a:xfrm>
            <a:off x="839470" y="1628775"/>
            <a:ext cx="6477000" cy="481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Normalmente, uma API tem uma URL base, que é o endereço onde a aplicação está hospedada, e pode ter vários endpoints, que são diversas seções que podemos acessar e fazer solicitações com diferentes métodos ao mesmo endpoint e </a:t>
            </a:r>
            <a:r>
              <a:rPr b="0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obter resultados diferentes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isso devemos revisar a documentação ao utilizar uma API, já que ela contém as definições dos diferentes endpoints disponíveis, quais métodos utilizar para fazer uma solicitação e o que nos oferecerá em resposta.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Fetch</a:t>
            </a:r>
            <a:endParaRPr/>
          </a:p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4" name="Google Shape;114;p24"/>
          <p:cNvSpPr txBox="1"/>
          <p:nvPr/>
        </p:nvSpPr>
        <p:spPr>
          <a:xfrm>
            <a:off x="767715" y="1588135"/>
            <a:ext cx="9580880" cy="2386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Javascript nos disponibiliza 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 fetch()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para fazer solicitações HTTP a algum serviço externo. Essas solicitações são assíncronas e, convenientemente, o método fetch() trabalha com promessas.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método recebe um primeiro parâmetro, que é 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URL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para a qual será feita a solicitação, e um segundo parâmetro opcional de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configuração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5" name="Google Shape;115;p24"/>
          <p:cNvGraphicFramePr/>
          <p:nvPr/>
        </p:nvGraphicFramePr>
        <p:xfrm>
          <a:off x="910590" y="5156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{8BD0653E-F49C-4CD3-B91A-DFF5E46A86C9}</a:tableStyleId>
              </a:tblPr>
              <a:tblGrid>
                <a:gridCol w="3260725"/>
              </a:tblGrid>
              <a:tr h="5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(url, config)</a:t>
                      </a:r>
                      <a:endParaRPr b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Fetch</a:t>
            </a:r>
            <a:endParaRPr/>
          </a:p>
        </p:txBody>
      </p:sp>
      <p:sp>
        <p:nvSpPr>
          <p:cNvPr id="121" name="Google Shape;121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p25"/>
          <p:cNvSpPr txBox="1"/>
          <p:nvPr/>
        </p:nvSpPr>
        <p:spPr>
          <a:xfrm>
            <a:off x="767715" y="1430020"/>
            <a:ext cx="11016615" cy="2727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os próximos exemplos, utilizaremos a API </a:t>
            </a:r>
            <a:r>
              <a:rPr b="0" i="0" lang="pt-BR" sz="2400" u="sng" cap="none" strike="noStrike">
                <a:solidFill>
                  <a:srgbClr val="99999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JSON Placeholder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projetada para testar solicitações simulando uma lista de posts.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Por padrão, o método fetch faz solicitações do tipo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 acordo com a documentação, para obter uma lista de posts, devemos fazer uma solicitação do seguinte tipo.</a:t>
            </a:r>
            <a:r>
              <a:rPr b="0" i="0" lang="pt-BR" sz="2400" u="sng" cap="none" strike="noStrike">
                <a:solidFill>
                  <a:schemeClr val="accent5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3" name="Google Shape;123;p25"/>
          <p:cNvGraphicFramePr/>
          <p:nvPr/>
        </p:nvGraphicFramePr>
        <p:xfrm>
          <a:off x="1415415" y="4325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{8BD0653E-F49C-4CD3-B91A-DFF5E46A86C9}</a:tableStyleId>
              </a:tblPr>
              <a:tblGrid>
                <a:gridCol w="8931900"/>
              </a:tblGrid>
              <a:tr h="16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Fetch</a:t>
            </a:r>
            <a:endParaRPr/>
          </a:p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" name="Google Shape;130;p26"/>
          <p:cNvSpPr txBox="1"/>
          <p:nvPr/>
        </p:nvSpPr>
        <p:spPr>
          <a:xfrm>
            <a:off x="767715" y="1412875"/>
            <a:ext cx="10142855" cy="25165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processo retorna uma Promessa pendente.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trabalhar com a resolução da solicitação,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devemos fazer isso dentro do método .then()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correspondente: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Visualizando o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console.log </a:t>
            </a: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da resposta, não vemos a lista de posts que esperávamos, mas sim um objeto do tipo Response.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1" name="Google Shape;131;p26"/>
          <p:cNvGraphicFramePr/>
          <p:nvPr/>
        </p:nvGraphicFramePr>
        <p:xfrm>
          <a:off x="1199515" y="4148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{8BD0653E-F49C-4CD3-B91A-DFF5E46A86C9}</a:tableStyleId>
              </a:tblPr>
              <a:tblGrid>
                <a:gridCol w="8786500"/>
              </a:tblGrid>
              <a:tr h="94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132" name="Google Shape;1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180" y="5616575"/>
            <a:ext cx="10687050" cy="865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Response</a:t>
            </a:r>
            <a:endParaRPr/>
          </a:p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9" name="Google Shape;139;p27"/>
          <p:cNvSpPr txBox="1"/>
          <p:nvPr/>
        </p:nvSpPr>
        <p:spPr>
          <a:xfrm>
            <a:off x="767715" y="1341755"/>
            <a:ext cx="10946765" cy="30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Chamar o fetch() retorna uma promessa que resolve um objeto Response, o qual contém informação sobre a resposta do servidor, como seu código de estado e headers. Para acessar o conteúdo da resposta devemos dar um passo adicional e, por isso, vemos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dois métodos .then() concatenados.</a:t>
            </a:r>
            <a:endParaRPr b="1" i="0" sz="22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Geralmente, os dados são transferidos em formato JSON. Portanto, para obter o conteúdo da resposta, devemos aplicar o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 .json() </a:t>
            </a: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esse objeto. Por sua vez, ele retorna uma Promessa e, por isso, captamos seu conteúdo (os dados enviados pela API) em um segundo .then():</a:t>
            </a:r>
            <a:endParaRPr b="0" i="0" sz="2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" name="Google Shape;140;p27"/>
          <p:cNvGraphicFramePr/>
          <p:nvPr/>
        </p:nvGraphicFramePr>
        <p:xfrm>
          <a:off x="1919605" y="4580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{8BD0653E-F49C-4CD3-B91A-DFF5E46A86C9}</a:tableStyleId>
              </a:tblPr>
              <a:tblGrid>
                <a:gridCol w="8581400"/>
              </a:tblGrid>
              <a:tr h="196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0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146" name="Google Shape;146;p4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p40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0"/>
          <p:cNvSpPr txBox="1"/>
          <p:nvPr/>
        </p:nvSpPr>
        <p:spPr>
          <a:xfrm>
            <a:off x="767715" y="1557020"/>
            <a:ext cx="8352790" cy="38296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Trabalhar com promessas facilita muito o controle dos processos assíncronos. No entanto, em processos mais extensos, escrever tudo dentro de vários métodos .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then()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dificultar nosso trabalho.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sorte, os(as) desenvolvedores(as) do JS já pensaram nisso e nos deixaram uma ferramenta que nos permite trabalhar as promessas assim como escreveríamos um código síncrono: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async await.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1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154" name="Google Shape;154;p4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p41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1"/>
          <p:cNvSpPr txBox="1"/>
          <p:nvPr/>
        </p:nvSpPr>
        <p:spPr>
          <a:xfrm>
            <a:off x="839470" y="1501775"/>
            <a:ext cx="10670540" cy="2727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fetch retorna uma promessa. De forma síncrona, se armazenarmos essa promessa em uma variável, veremos a promessa pendente, pois isso acontece sincronicamente: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significa que 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console.log()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espera até que a promessa da linha anterior seja resolvida para ser executado.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7" name="Google Shape;157;p41"/>
          <p:cNvGraphicFramePr/>
          <p:nvPr/>
        </p:nvGraphicFramePr>
        <p:xfrm>
          <a:off x="1991360" y="473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{8BD0653E-F49C-4CD3-B91A-DFF5E46A86C9}</a:tableStyleId>
              </a:tblPr>
              <a:tblGrid>
                <a:gridCol w="7599675"/>
              </a:tblGrid>
              <a:tr h="122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Promise {&lt;pending&gt;}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2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163" name="Google Shape;163;p4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4" name="Google Shape;164;p42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2"/>
          <p:cNvSpPr txBox="1"/>
          <p:nvPr/>
        </p:nvSpPr>
        <p:spPr>
          <a:xfrm>
            <a:off x="839470" y="1484630"/>
            <a:ext cx="10339070" cy="30111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sentença await nos permite estabelecer um ponto de espera no código. Aplicada a uma promessa (nesse caso, o return do fetch) como prefixo, bloqueia a execução da próxima instrução até que a promessa seja resolvida.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Assim, ao acrescentarmos essa sentença, podemos agora ver o objeto Response na variável, ou seja, a promessa resolvida: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p42"/>
          <p:cNvGraphicFramePr/>
          <p:nvPr/>
        </p:nvGraphicFramePr>
        <p:xfrm>
          <a:off x="2279650" y="4796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{8BD0653E-F49C-4CD3-B91A-DFF5E46A86C9}</a:tableStyleId>
              </a:tblPr>
              <a:tblGrid>
                <a:gridCol w="7419350"/>
              </a:tblGrid>
              <a:tr h="11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await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Response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3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172" name="Google Shape;172;p4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3"/>
          <p:cNvSpPr txBox="1"/>
          <p:nvPr/>
        </p:nvSpPr>
        <p:spPr>
          <a:xfrm>
            <a:off x="760095" y="1410970"/>
            <a:ext cx="11089005" cy="4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Mas a sentença await só pode ser utilizada dentro de uma função assíncrona. É aqui que a sentença async entra em cena.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Essa palavra reservada serve para declarar uma função como assíncrona e é adicionada à função como prefixo: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Dito isso,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dentro de uma função async, podemos utilizar a sentença await vista anteriormente.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nos permite esperar que as promessas vistas sejam resolvidas para continuar com a próxima instrução.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5" name="Google Shape;175;p43"/>
          <p:cNvGraphicFramePr/>
          <p:nvPr/>
        </p:nvGraphicFramePr>
        <p:xfrm>
          <a:off x="2726055" y="3357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{8BD0653E-F49C-4CD3-B91A-DFF5E46A86C9}</a:tableStyleId>
              </a:tblPr>
              <a:tblGrid>
                <a:gridCol w="6889125"/>
              </a:tblGrid>
              <a:tr h="113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async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solicitarPosts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ou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solicitarPosts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async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}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4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181" name="Google Shape;181;p4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2" name="Google Shape;182;p44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4"/>
          <p:cNvSpPr txBox="1"/>
          <p:nvPr/>
        </p:nvSpPr>
        <p:spPr>
          <a:xfrm>
            <a:off x="695960" y="1484630"/>
            <a:ext cx="4065270" cy="46951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resultado é uma sintaxe que se assemelha à escrita síncrona tradicional.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Obtemos o mesmo resultado de antes, mas com uma sintaxe mais clara.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elementos do conjunto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async-await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funcionam lado a lado um do outro.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Lembremos que é apenas uma ferramenta adicional que pode facilitar a escrever o código.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obrigatória. 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4" name="Google Shape;184;p44"/>
          <p:cNvGraphicFramePr/>
          <p:nvPr/>
        </p:nvGraphicFramePr>
        <p:xfrm>
          <a:off x="4855845" y="1024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{8BD0653E-F49C-4CD3-B91A-DFF5E46A86C9}</a:tableStyleId>
              </a:tblPr>
              <a:tblGrid>
                <a:gridCol w="7248525"/>
              </a:tblGrid>
              <a:tr h="439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solicitarPosts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async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await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await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forEach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createElement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.innerHTML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 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"&lt;h2&gt; Usando await &lt;/h2&gt;"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+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&lt;h4&gt;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.title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&lt;/h4&gt;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.body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lista.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append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solicitarPosts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190" name="Google Shape;190;p4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1" name="Google Shape;191;p45"/>
          <p:cNvSpPr txBox="1"/>
          <p:nvPr/>
        </p:nvSpPr>
        <p:spPr>
          <a:xfrm>
            <a:off x="756285" y="1670050"/>
            <a:ext cx="80805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 Json Placeholder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Json Placeholder</a:t>
            </a:r>
            <a:endParaRPr b="1" i="0" sz="28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Usando Fetch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Developer Mozilla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6"/>
          <p:cNvSpPr txBox="1"/>
          <p:nvPr>
            <p:ph type="title"/>
          </p:nvPr>
        </p:nvSpPr>
        <p:spPr>
          <a:xfrm>
            <a:off x="838199" y="2073528"/>
            <a:ext cx="11183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pt-BR"/>
              <a:t>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197" name="Google Shape;197;p46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2024-05-06T00:37:00Z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1046-12.2.0.17562</vt:lpwstr>
  </property>
</Properties>
</file>